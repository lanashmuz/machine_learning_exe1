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CB9F-E5C3-9969-B762-A301D4AD0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C9B08-8470-98B2-FD9C-0E84FA4A4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6CAA-E060-5C03-0750-6EC8DCB2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DF1E-4C25-B179-45BA-A3836749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2D2EB-005A-C13C-926C-2AFE7BDC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947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8191-7B74-2E7A-85AD-F0B9B109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C574-7C28-C81A-BE07-BA1617DD9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7C30D-C6DB-46F8-182C-394956A7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B745A-304F-3AB8-3B6A-920C133B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4619-E117-51FB-8F91-CAB27058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223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8520-2837-A932-338D-1F3088225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5705A-3145-35F7-A396-E612E4479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EFCF8-C671-B07A-70CF-A716E0A5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5C493-1CCB-9FCF-BBA2-15B4A61B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F6E4D-8367-E091-FD71-52FDEAC3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60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DA10-5819-99C7-40FA-24125DFF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999A-26FE-AE8E-BBF4-9F4ED9EA2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857A3-FD00-55EC-EAA7-FF7D73D06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E33BC-C1A3-BF71-BEC1-8410294B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EBCE0-61F4-25D4-9C32-1EEA8EF85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B836A-4375-DF68-5E18-0973B9CB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949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85D8-27FC-B3FD-3069-E80DB245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4FD8B-81B8-A3B1-1BCA-2B297A4ED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4725D-2B05-34EE-3C69-65AB5FCBD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D19F1-550E-96F6-2539-A46E98D30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5F182-944E-6985-9341-5A80F1EF4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48AE1-9BB8-BEE8-0B81-2E7327F1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8CDA05-1CB9-E7D8-1B34-10F2A4DF6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6268F-44FE-6B9F-507F-5773AB0C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28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8D25-E552-A7DC-6BD7-14670469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C317AE-FC3E-9627-7B8E-E541911B8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99BE5-9A6D-D15E-F017-1071910F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203CE-B1D1-70A9-C517-D7D84465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953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3ACF4-F142-C341-0D7E-DC9AB978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39263-B535-108E-C1B7-0C23432B1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54C5B-F849-95B4-3806-1EE6CD67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62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6040-D801-313A-CCCB-28CC4AB4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B91B7-54CE-36DA-4C69-9849475AE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37BE8-B6F3-BFE2-CA38-0DF8116AC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7624F-306F-765B-B226-4E86E6DB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7EA72-03E8-4BE0-76C1-87DBCE65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76CD5-84F2-AB09-EE9C-432AD5B4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17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3E80D-D62D-C414-B514-DE9D6351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57FE2-4DD1-671E-22FE-84D64631B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A39DE-6FAD-C17E-2462-3BF442694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20C67-205F-970B-86E6-7681D822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CC07F-91B2-867D-7084-F68F55CAF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36DD4-5F65-3CA9-A63B-17B279C8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58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3FC5-A4AF-1C3B-3787-45AD3CD5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E1CD3-867B-4AED-D417-36BCBEFB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02D94-AF25-4098-C4D7-B4E55E49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0DD71-9FE4-617A-6D0F-6C8066D24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7DC5E-F305-6B9A-9FA0-D4736713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324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962EE-477B-4ED2-0AAB-6EBE01D58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110AE-A2EC-141C-8221-EE4D995F4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4509E-7DC2-A66D-9958-781EA50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CF188-5D36-F2D1-9BC8-C0F496CA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B10AD-F426-7917-165A-39079446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98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DCAA83-213A-F1BB-7EA3-E3B02A77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4C0FD-5B13-C68E-7F85-435E574CF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48D42-60BB-E462-8479-CC3B3D29E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F5C61-CB00-400A-8D60-8D67D86CAF2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F507D-833E-78BE-D8A0-404806F32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BB98D-AADC-A70A-4B88-C22E01DC9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875AF-D0E4-42BF-8E1E-4B38B400B4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8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C09C2-449D-9D29-2A8A-2E25B0D45D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Answerability prediction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CEFBB-183E-4F8C-FEEE-359858F4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8726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9C7DE-0221-578D-1EE5-79930B29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can </a:t>
            </a:r>
            <a:r>
              <a:rPr lang="en-US" dirty="0" err="1"/>
              <a:t>theagent</a:t>
            </a:r>
            <a:r>
              <a:rPr lang="en-US" dirty="0"/>
              <a:t> answer?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9643-5B90-5775-DB15-811F84BF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195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Objective</a:t>
            </a:r>
          </a:p>
          <a:p>
            <a:pPr marL="0" indent="0">
              <a:buNone/>
            </a:pPr>
            <a:r>
              <a:rPr lang="en-US" sz="1600" dirty="0"/>
              <a:t>Improve reliability, preventing the agent from being overconfident. Giving it the ability to reject a prompt\ ask based on the users query.</a:t>
            </a:r>
          </a:p>
          <a:p>
            <a:r>
              <a:rPr lang="en-US" sz="1600" dirty="0"/>
              <a:t>Detect not </a:t>
            </a:r>
            <a:r>
              <a:rPr lang="en-US" sz="1600" dirty="0" err="1"/>
              <a:t>can_answer</a:t>
            </a:r>
            <a:r>
              <a:rPr lang="en-US" sz="1600" dirty="0"/>
              <a:t> </a:t>
            </a:r>
          </a:p>
          <a:p>
            <a:r>
              <a:rPr lang="en-US" sz="1600" dirty="0"/>
              <a:t>Optimize resource allocation</a:t>
            </a:r>
          </a:p>
          <a:p>
            <a:r>
              <a:rPr lang="en-US" sz="1600" dirty="0"/>
              <a:t>Enhance users trust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C05472-4E80-D2E1-A3B6-0B3EDB3F0552}"/>
              </a:ext>
            </a:extLst>
          </p:cNvPr>
          <p:cNvSpPr txBox="1">
            <a:spLocks/>
          </p:cNvSpPr>
          <p:nvPr/>
        </p:nvSpPr>
        <p:spPr>
          <a:xfrm>
            <a:off x="6701672" y="1825625"/>
            <a:ext cx="442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3DE474-E8C2-A93F-286D-FED40C09D3E7}"/>
              </a:ext>
            </a:extLst>
          </p:cNvPr>
          <p:cNvSpPr txBox="1">
            <a:spLocks/>
          </p:cNvSpPr>
          <p:nvPr/>
        </p:nvSpPr>
        <p:spPr>
          <a:xfrm>
            <a:off x="6164345" y="1825625"/>
            <a:ext cx="44219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Dataset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A collection of over 3.4k task records measuring how compatible a prompt is to the domains of the AI</a:t>
            </a:r>
          </a:p>
          <a:p>
            <a:r>
              <a:rPr lang="en-US" sz="1600" dirty="0"/>
              <a:t>Binary </a:t>
            </a:r>
            <a:r>
              <a:rPr lang="en-US" sz="1600" dirty="0" err="1"/>
              <a:t>resilts</a:t>
            </a:r>
            <a:endParaRPr lang="en-US" sz="1600" dirty="0"/>
          </a:p>
          <a:p>
            <a:r>
              <a:rPr lang="en-US" sz="1600" dirty="0"/>
              <a:t>Benchmark being 64% live  tasks</a:t>
            </a:r>
          </a:p>
          <a:p>
            <a:r>
              <a:rPr lang="en-US" sz="1600" dirty="0"/>
              <a:t>Dominant domain: gender\other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9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C418-B6CE-143E-C8FF-9EDE379D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Refusal insights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C84B-2A31-F9E7-09D8-3AB4ACC66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558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82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Answerability prediction</vt:lpstr>
      <vt:lpstr>Problem: can theagent answer?</vt:lpstr>
      <vt:lpstr>Refusal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Lana Ashmuz</dc:creator>
  <cp:lastModifiedBy>Lana Ashmuz</cp:lastModifiedBy>
  <cp:revision>3</cp:revision>
  <dcterms:created xsi:type="dcterms:W3CDTF">2026-06-07T18:58:06Z</dcterms:created>
  <dcterms:modified xsi:type="dcterms:W3CDTF">2026-06-07T19:21:33Z</dcterms:modified>
</cp:coreProperties>
</file>