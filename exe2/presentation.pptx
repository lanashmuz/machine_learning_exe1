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9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996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651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306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957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9560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055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831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299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251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7382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39904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837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0394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221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1940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38020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5422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5147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  <p:sldLayoutId id="2147483843" r:id="rId14"/>
    <p:sldLayoutId id="2147483844" r:id="rId15"/>
    <p:sldLayoutId id="2147483845" r:id="rId16"/>
    <p:sldLayoutId id="214748384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C09C2-449D-9D29-2A8A-2E25B0D45D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Answerability prediction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CEFBB-183E-4F8C-FEEE-359858F470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8726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9C7DE-0221-578D-1EE5-79930B29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can </a:t>
            </a:r>
            <a:r>
              <a:rPr lang="en-US" dirty="0" err="1"/>
              <a:t>theagent</a:t>
            </a:r>
            <a:r>
              <a:rPr lang="en-US" dirty="0"/>
              <a:t> answer?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59643-5B90-5775-DB15-811F84BF1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21957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Objective</a:t>
            </a:r>
          </a:p>
          <a:p>
            <a:pPr marL="0" indent="0">
              <a:buNone/>
            </a:pPr>
            <a:r>
              <a:rPr lang="en-US" sz="1600" dirty="0"/>
              <a:t>Improve reliability, preventing the agent from being overconfident. Giving it the ability to reject a prompt\ ask based on the users query.</a:t>
            </a:r>
          </a:p>
          <a:p>
            <a:r>
              <a:rPr lang="en-US" sz="1600" dirty="0"/>
              <a:t>Detect not </a:t>
            </a:r>
            <a:r>
              <a:rPr lang="en-US" sz="1600" dirty="0" err="1"/>
              <a:t>can_answer</a:t>
            </a:r>
            <a:r>
              <a:rPr lang="en-US" sz="1600" dirty="0"/>
              <a:t> </a:t>
            </a:r>
          </a:p>
          <a:p>
            <a:r>
              <a:rPr lang="en-US" sz="1600" dirty="0"/>
              <a:t>Optimize resource allocation</a:t>
            </a:r>
          </a:p>
          <a:p>
            <a:r>
              <a:rPr lang="en-US" sz="1600" dirty="0"/>
              <a:t>Enhance users trust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C05472-4E80-D2E1-A3B6-0B3EDB3F0552}"/>
              </a:ext>
            </a:extLst>
          </p:cNvPr>
          <p:cNvSpPr txBox="1">
            <a:spLocks/>
          </p:cNvSpPr>
          <p:nvPr/>
        </p:nvSpPr>
        <p:spPr>
          <a:xfrm>
            <a:off x="6701672" y="1825625"/>
            <a:ext cx="44219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5D4FF4-A618-5E10-80E1-E6C66AE9138F}"/>
              </a:ext>
            </a:extLst>
          </p:cNvPr>
          <p:cNvSpPr txBox="1">
            <a:spLocks/>
          </p:cNvSpPr>
          <p:nvPr/>
        </p:nvSpPr>
        <p:spPr>
          <a:xfrm>
            <a:off x="5862687" y="1648790"/>
            <a:ext cx="4421957" cy="4351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Dataset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collection of over 3.4k task records measuring how compatible a prompt is to the domains of the AI</a:t>
            </a:r>
          </a:p>
          <a:p>
            <a:r>
              <a:rPr lang="en-US" dirty="0"/>
              <a:t>Binary </a:t>
            </a:r>
            <a:r>
              <a:rPr lang="en-US" dirty="0" err="1"/>
              <a:t>resilts</a:t>
            </a:r>
            <a:endParaRPr lang="en-US" dirty="0"/>
          </a:p>
          <a:p>
            <a:r>
              <a:rPr lang="en-US" dirty="0"/>
              <a:t>Benchmark being 64% live  tasks</a:t>
            </a:r>
          </a:p>
          <a:p>
            <a:r>
              <a:rPr lang="en-US" dirty="0"/>
              <a:t>Dominant domain: gender\other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99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AC418-B6CE-143E-C8FF-9EDE379D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179" y="714375"/>
            <a:ext cx="3332955" cy="5076826"/>
          </a:xfrm>
        </p:spPr>
        <p:txBody>
          <a:bodyPr anchor="ctr">
            <a:normAutofit/>
          </a:bodyPr>
          <a:lstStyle/>
          <a:p>
            <a:r>
              <a:rPr lang="en-US" sz="4000"/>
              <a:t>Refusal insights</a:t>
            </a:r>
            <a:endParaRPr lang="en-GB" sz="4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5136A9-49F9-4DA0-A741-F065B0FA0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3356" y="0"/>
            <a:ext cx="7558643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12F6C7-0423-4B6F-AECE-710C84891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446539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208205-03EE-4EC8-9C34-59270C188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42336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C84B-2A31-F9E7-09D8-3AB4ACC66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3046" y="714375"/>
            <a:ext cx="6253751" cy="5076825"/>
          </a:xfrm>
        </p:spPr>
        <p:txBody>
          <a:bodyPr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93EF01-910E-58C5-274C-7297FE4FA447}"/>
              </a:ext>
            </a:extLst>
          </p:cNvPr>
          <p:cNvSpPr txBox="1">
            <a:spLocks/>
          </p:cNvSpPr>
          <p:nvPr/>
        </p:nvSpPr>
        <p:spPr>
          <a:xfrm>
            <a:off x="5792266" y="1439862"/>
            <a:ext cx="4421957" cy="4351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Weve observed that</a:t>
            </a:r>
            <a:endParaRPr lang="en-US" sz="1600" dirty="0"/>
          </a:p>
          <a:p>
            <a:r>
              <a:rPr lang="en-US" sz="1600" dirty="0"/>
              <a:t>The more complex the prompt the more prone it is to be “can answer”</a:t>
            </a:r>
          </a:p>
          <a:p>
            <a:r>
              <a:rPr lang="en-US" sz="1600" dirty="0"/>
              <a:t>There are more answerable cases</a:t>
            </a:r>
          </a:p>
          <a:p>
            <a:r>
              <a:rPr lang="en-US" sz="1600" dirty="0"/>
              <a:t>Enhance users trust</a:t>
            </a:r>
          </a:p>
          <a:p>
            <a:pPr marL="0" indent="0">
              <a:buFont typeface="Arial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75586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788</TotalTime>
  <Words>109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Century Gothic</vt:lpstr>
      <vt:lpstr>Mesh</vt:lpstr>
      <vt:lpstr>Answerability prediction</vt:lpstr>
      <vt:lpstr>Problem: can theagent answer?</vt:lpstr>
      <vt:lpstr>Refusal insights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Lana Ashmuz</dc:creator>
  <cp:lastModifiedBy>Lana Ashmuz</cp:lastModifiedBy>
  <cp:revision>5</cp:revision>
  <dcterms:created xsi:type="dcterms:W3CDTF">2026-06-07T18:58:06Z</dcterms:created>
  <dcterms:modified xsi:type="dcterms:W3CDTF">2026-06-08T08:06:06Z</dcterms:modified>
</cp:coreProperties>
</file>